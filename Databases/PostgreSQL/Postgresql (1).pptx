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82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8F87-1DB4-4066-96CC-7EBF32EA9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5B116-A3D4-4826-B809-B6471191F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E055D-A529-494B-AA18-824C36A5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6A454-22D4-4E9B-AB77-056CA0C66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3AF70-549A-4F3A-8CCA-FBDD4A2F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07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7054E-8E12-443F-B124-63E5096B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07E59-74BA-4C8F-A193-F5A8E0E2A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0D782-BAA8-49DE-B846-A0DCC1999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E0E62-E404-4E3C-A86F-BEBE98F80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00DD-A7B7-4202-BBCA-4FB96FA0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28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DDA77-0895-496D-8F00-495F1B9B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A8EFA-3414-4ED6-A1C5-104F6F2C4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D16EE-9DBF-466E-9E46-1E93EDAC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A3C5E-31BB-4752-BB14-EB84DDCB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19599-5673-4C5D-B8A7-9B905C1B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25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0ECE-3383-42D6-8ED3-AB206851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E66D-0D6A-434F-B3C9-C93723B73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594CE-5E6B-4C96-83F6-95C4ECAF5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4F9C5-ED1F-4EA0-819B-6B187E49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FE806-E0EB-41BE-9EB6-21120311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5A3D4-B4FD-4F4D-B1D6-D362D18D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41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8473-12AA-4A04-9758-E1E227569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DBFE3-8CE3-4392-9F03-3BA3E76BD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1CB17-D027-4350-91CF-777D8A274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63701-552A-4504-AB4B-53F7C4E1A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7BD2A9-66FA-4F88-A337-E01E79DDB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2DB82-298A-4F99-90A8-5A402BEA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BDC1A0-30D9-4071-AFF2-A29C456F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13740A-E486-4A87-B107-389440FF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95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5B9F9-2968-48CA-BA2E-D5AE2D45E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0EB612-FF0A-4662-943F-475684A4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E82EA-0D16-40D4-81E8-DDBD6A8A6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ECEB8-1422-4DF0-B3B8-E442D7AA4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433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2CA063-E916-42E6-AD20-12D5CC167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4D750-FA9F-4F3B-A4F0-99DFCF3E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9FB6A-0F67-45AA-9BE8-7D9DB195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908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A565-94EF-4799-8F2A-0DDD7FD0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5C7A-8F85-4114-BC13-B0B690F1F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A36EA1-152D-42F9-A4D0-B8FE0300F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82851-7953-4562-8597-66E146BA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5C1F8-8025-41BB-BB3D-8EA44D34A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F5189-BFA4-4677-BBC0-35B12C7E2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963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20A04-6228-4049-96C3-A9A44AE7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491CC-4B9A-472B-967D-896741DE8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B617F-54BB-4276-B4CB-DC8798AD9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8946E-6B0D-4173-A68F-CAA5D1B24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48769-FB74-4546-94D9-23736863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EED2A-786A-42CF-BA6C-BEA9B71A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168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4F1A-8EEE-4E53-8073-CA97E23E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A68FDF-D665-44F9-B2D5-28DB3AAF4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A96DC-2EDD-4CBF-B218-5A15E4E9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70FAD-408E-4B7E-B925-BB760D143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45168-187D-49EE-BCCA-685580E1D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44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327B4-53F0-4C71-9637-1CB65CFC0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7C1BA-9200-4335-98FA-7F24EA75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64A8C-6E76-45E0-A85F-F27A64BDF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00A0D-2868-4D71-95AA-1A52E96CD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B0F33-B969-42B6-A32C-F071BF06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4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6FBF6A-BB83-4A03-AD77-9A2A4227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EB44-EF90-4A2F-99EA-A20C85DE9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DD744-9E44-4883-8246-4417C8241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1259C-8982-4DC1-B957-8A19D62A7859}" type="datetimeFigureOut">
              <a:rPr lang="en-IN" smtClean="0"/>
              <a:t>19-05-2022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E44EC-0678-4B29-824C-359B86EA6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3F24C-6E4E-4B46-8682-6A8408988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A4ED4-EEB0-45D5-B882-14785D44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24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2C35D0-DAD5-46F0-B0BC-61CA4B53B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87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01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19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59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71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141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071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417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50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990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4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80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276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6934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95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260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487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6987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414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350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935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558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631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529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587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355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282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373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669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986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1192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434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727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134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830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48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4952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712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0690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0953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67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8DF074A3DE9546849804FCDE6D7AE4" ma:contentTypeVersion="13" ma:contentTypeDescription="Create a new document." ma:contentTypeScope="" ma:versionID="cda1dc24bd9d3e37b8151d45646684da">
  <xsd:schema xmlns:xsd="http://www.w3.org/2001/XMLSchema" xmlns:xs="http://www.w3.org/2001/XMLSchema" xmlns:p="http://schemas.microsoft.com/office/2006/metadata/properties" xmlns:ns3="2dcfc00c-62a6-46a0-9fdd-4e041b6778c6" xmlns:ns4="64ad1e1c-f31d-4b3d-a172-eb650aeea681" targetNamespace="http://schemas.microsoft.com/office/2006/metadata/properties" ma:root="true" ma:fieldsID="c8acc081f193a9a4ce54fe2284636d58" ns3:_="" ns4:_="">
    <xsd:import namespace="2dcfc00c-62a6-46a0-9fdd-4e041b6778c6"/>
    <xsd:import namespace="64ad1e1c-f31d-4b3d-a172-eb650aeea6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cfc00c-62a6-46a0-9fdd-4e041b6778c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d1e1c-f31d-4b3d-a172-eb650aeea6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B4FA8B8-F9DE-43AE-A811-910FCDDFB4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cfc00c-62a6-46a0-9fdd-4e041b6778c6"/>
    <ds:schemaRef ds:uri="64ad1e1c-f31d-4b3d-a172-eb650aeea6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B0AF64-03E0-4598-83A8-784E94F90C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002AA0-9EF7-4639-9283-8B206EBA39EB}">
  <ds:schemaRefs>
    <ds:schemaRef ds:uri="http://www.w3.org/XML/1998/namespace"/>
    <ds:schemaRef ds:uri="http://schemas.microsoft.com/office/2006/documentManagement/types"/>
    <ds:schemaRef ds:uri="2dcfc00c-62a6-46a0-9fdd-4e041b6778c6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metadata/properties"/>
    <ds:schemaRef ds:uri="http://schemas.microsoft.com/office/infopath/2007/PartnerControls"/>
    <ds:schemaRef ds:uri="64ad1e1c-f31d-4b3d-a172-eb650aeea681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2074</TotalTime>
  <Words>0</Words>
  <Application>Microsoft Office PowerPoint</Application>
  <PresentationFormat>Widescreen</PresentationFormat>
  <Paragraphs>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Saini, Prakash (Nokia - IN/Bangalore)</dc:creator>
  <cp:lastModifiedBy>Saini, Prakash (Nokia - IN/Bangalore)</cp:lastModifiedBy>
  <cp:revision>3</cp:revision>
  <dcterms:created xsi:type="dcterms:W3CDTF">2022-05-19T03:09:58Z</dcterms:created>
  <dcterms:modified xsi:type="dcterms:W3CDTF">2022-05-20T13:44:04Z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0x010100058DF074A3DE9546849804FCDE6D7AE4</vt:lpwstr>
  </property>
</Properties>
</file>